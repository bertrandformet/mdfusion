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MDFusion — Présentation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Convertir des documents en Markdown, 100%% hors-ligne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Formats supportés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PDF, DOCX, XLSX, CSV, HTML, EPUB</a:t>
            </a:r>
          </a:p>
          <a:p>
            <a:r>
              <a:t>Images, XML, JSON, texte brut</a:t>
            </a:r>
          </a:p>
          <a:p>
            <a:r>
              <a:t>Fonctionne entièrement dans le navigateur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